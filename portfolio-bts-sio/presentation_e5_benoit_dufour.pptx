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FF6432"/>
                </a:solidFill>
              </a:defRPr>
            </a:pPr>
            <a:r>
              <a:t>Épreuve E5 - Support et Mise à Disposition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0F0F0"/>
                </a:solidFill>
              </a:defRPr>
            </a:pPr>
            <a:r>
              <a:t>BTS SIO - Option SLAM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Candidat : Benoit DUFOUR - Session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6432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1. Présentation du candidat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2. Contexte professionnel (Stages)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3. Gestion du patrimoine informatique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4. Projet Phare : Gestion de Tickets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5. Projet Secondaire : Déploiement &amp; Maintenance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6.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6432"/>
                </a:solidFill>
                <a:latin typeface="Calibri"/>
              </a:defRPr>
            </a:pPr>
            <a:r>
              <a:t>Présentation du Candidat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Benoit DUFOUR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Formation : BTS SIO Option SLAM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Solutions Logicielles et Applications Métiers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Parcours :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Bac Général (NSI / Maths)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Autodidacte passionné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Objectifs :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Devenir Développeur Full Stack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Poursuite d'études (Licence / École d'Ingé)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6432"/>
                </a:solidFill>
                <a:latin typeface="Calibri"/>
              </a:defRPr>
            </a:pPr>
            <a:r>
              <a:t>Contexte Professionnel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Stage 2ème Année - Entreprise ABC (6 semaines)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Développement &amp; Maintenance App Web Interne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Environnement : Symfony, Git, Scrum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Stage 1ère Année - Entreprise XYZ (5 semaines)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Création Site Vitrine &amp; Support Utilisateur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Environnement : CMS Wordpress, HTML/CSS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6432"/>
                </a:solidFill>
                <a:latin typeface="Calibri"/>
              </a:defRPr>
            </a:pPr>
            <a:r>
              <a:t>Gestion du Patrimoine Informatique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Outils de Versionning :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Usage quotidien de Git &amp; GitHub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Gestion des Incidents :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Flux de tickets (GLPI / Jira)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Documentation :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Rédaction de docs techniques et guides utilisateurs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Sécurité &amp; Veille :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Certifications ANSSI &amp; Cisco Cybersecurity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6432"/>
                </a:solidFill>
                <a:latin typeface="Calibri"/>
              </a:defRPr>
            </a:pPr>
            <a:r>
              <a:t>Projet Phare : Gestion de Tickets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Contexte :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Besoin d'une solution centralisée pour les incidents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Service Rendu (E5) :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Interface de création et suivi de tickets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Tableau de bord technicien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Mise à disposition :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Application Web (PHP/MySQL)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Déploiement serveur local (WAMP/XAMPP)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6432"/>
                </a:solidFill>
                <a:latin typeface="Calibri"/>
              </a:defRPr>
            </a:pPr>
            <a:r>
              <a:t>Projet Secondaire : Déploiement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Projet : Site E-Commerce (Laravel)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Actions de Mise à Disposition :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Configuration de l'hébergement Web (Apache)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Import et sécurisation de la Base de Données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Gestion des environnements (.env)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Maintenance :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Sauvegardes et mises à jour de sécurité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6432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Bilan :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Maîtrise du cycle de vie des services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Compétences techniques validées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Perspectives :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Approfondissement DevOps (Docker, CI/CD)</a:t>
            </a:r>
          </a:p>
          <a:p>
            <a:pPr lvl="1"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   - Veille continue sur l'IA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FF6432"/>
                </a:solidFill>
              </a:defRPr>
            </a:pPr>
            <a:r>
              <a:t>Merci de votre attention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0F0F0"/>
                </a:solidFill>
              </a:defRPr>
            </a:pPr>
            <a:r>
              <a:t>Avez-vous des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